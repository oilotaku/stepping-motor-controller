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-1704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354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6657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1073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630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429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4551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6185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9376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1996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2301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4809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340C54-136F-426F-A1A3-E6864C8CB219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9482D7-1FA7-424E-81C5-46AE73FED4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789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4499992" y="2132856"/>
            <a:ext cx="4644008" cy="1467594"/>
          </a:xfrm>
        </p:spPr>
        <p:txBody>
          <a:bodyPr>
            <a:normAutofit fontScale="90000"/>
          </a:bodyPr>
          <a:lstStyle/>
          <a:p>
            <a:r>
              <a:rPr lang="en-US" altLang="zh-TW" dirty="0" smtClean="0"/>
              <a:t>SURUGA</a:t>
            </a:r>
            <a:r>
              <a:rPr lang="zh-TW" altLang="en-US" dirty="0" smtClean="0"/>
              <a:t> </a:t>
            </a:r>
            <a:r>
              <a:rPr lang="en-US" altLang="zh-TW" dirty="0" smtClean="0"/>
              <a:t>SEIKI</a:t>
            </a:r>
            <a:br>
              <a:rPr lang="en-US" altLang="zh-TW" dirty="0" smtClean="0"/>
            </a:br>
            <a:r>
              <a:rPr lang="en-US" altLang="zh-TW" dirty="0" smtClean="0"/>
              <a:t>DS102/112</a:t>
            </a:r>
            <a:r>
              <a:rPr lang="zh-TW" altLang="en-US" dirty="0" smtClean="0"/>
              <a:t>馬達控制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725144"/>
            <a:ext cx="5477390" cy="1752600"/>
          </a:xfrm>
        </p:spPr>
        <p:txBody>
          <a:bodyPr/>
          <a:lstStyle/>
          <a:p>
            <a:pPr algn="r"/>
            <a:r>
              <a:rPr lang="en-US" altLang="zh-TW" dirty="0" smtClean="0"/>
              <a:t>OR1</a:t>
            </a:r>
          </a:p>
          <a:p>
            <a:pPr algn="r"/>
            <a:r>
              <a:rPr lang="zh-TW" altLang="en-US" dirty="0" smtClean="0"/>
              <a:t>施正騏</a:t>
            </a:r>
            <a:r>
              <a:rPr lang="en-US" altLang="zh-TW" dirty="0" smtClean="0"/>
              <a:t>/004097</a:t>
            </a:r>
          </a:p>
          <a:p>
            <a:pPr algn="r"/>
            <a:endParaRPr lang="en-US" altLang="zh-TW" dirty="0"/>
          </a:p>
          <a:p>
            <a:pPr algn="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7795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5712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主畫面及基本設定</a:t>
            </a:r>
            <a:endParaRPr lang="zh-TW" alt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39" y="1600200"/>
            <a:ext cx="6716721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35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手動控制</a:t>
            </a:r>
            <a:endParaRPr lang="zh-TW" alt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39" y="1600200"/>
            <a:ext cx="6716721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54950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指定點位移動</a:t>
            </a:r>
            <a:endParaRPr lang="zh-TW" altLang="en-US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39" y="1600200"/>
            <a:ext cx="6716721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1385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行程錄製</a:t>
            </a:r>
            <a:endParaRPr lang="zh-TW" alt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39" y="1600200"/>
            <a:ext cx="6716721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32376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smtClean="0"/>
              <a:t>Log</a:t>
            </a:r>
            <a:r>
              <a:rPr lang="zh-TW" altLang="en-US" dirty="0" smtClean="0"/>
              <a:t>紀錄</a:t>
            </a:r>
            <a:endParaRPr lang="zh-TW" altLang="en-US" dirty="0"/>
          </a:p>
        </p:txBody>
      </p:sp>
      <p:pic>
        <p:nvPicPr>
          <p:cNvPr id="5122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39" y="1600200"/>
            <a:ext cx="6716721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775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4414</TotalTime>
  <Words>23</Words>
  <Application>Microsoft Office PowerPoint</Application>
  <PresentationFormat>如螢幕大小 (4:3)</PresentationFormat>
  <Paragraphs>8</Paragraphs>
  <Slides>7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8" baseType="lpstr">
      <vt:lpstr>Office 佈景主題</vt:lpstr>
      <vt:lpstr>SURUGA SEIKI DS102/112馬達控制</vt:lpstr>
      <vt:lpstr>PowerPoint 簡報</vt:lpstr>
      <vt:lpstr>主畫面及基本設定</vt:lpstr>
      <vt:lpstr>手動控制</vt:lpstr>
      <vt:lpstr>指定點位移動</vt:lpstr>
      <vt:lpstr>行程錄製</vt:lpstr>
      <vt:lpstr>Log紀錄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SURUGA SEIKI DS102/112馬達控制</dc:title>
  <dc:creator>OR1 施正騏</dc:creator>
  <cp:lastModifiedBy>OR1 施正騏</cp:lastModifiedBy>
  <cp:revision>3</cp:revision>
  <dcterms:created xsi:type="dcterms:W3CDTF">2026-08-03T06:09:19Z</dcterms:created>
  <dcterms:modified xsi:type="dcterms:W3CDTF">2026-08-06T07:43:38Z</dcterms:modified>
</cp:coreProperties>
</file>