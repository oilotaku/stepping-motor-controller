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7" r:id="rId8"/>
    <p:sldId id="262" r:id="rId9"/>
    <p:sldId id="273" r:id="rId10"/>
    <p:sldId id="274" r:id="rId11"/>
    <p:sldId id="275" r:id="rId12"/>
    <p:sldId id="276" r:id="rId13"/>
    <p:sldId id="277" r:id="rId14"/>
    <p:sldId id="278" r:id="rId15"/>
    <p:sldId id="268" r:id="rId16"/>
    <p:sldId id="272" r:id="rId17"/>
    <p:sldId id="264" r:id="rId18"/>
    <p:sldId id="271" r:id="rId19"/>
    <p:sldId id="263" r:id="rId20"/>
    <p:sldId id="267" r:id="rId21"/>
    <p:sldId id="269" r:id="rId22"/>
    <p:sldId id="266" r:id="rId23"/>
    <p:sldId id="270" r:id="rId24"/>
    <p:sldId id="265" r:id="rId25"/>
    <p:sldId id="279" r:id="rId26"/>
    <p:sldId id="280" r:id="rId27"/>
    <p:sldId id="281" r:id="rId28"/>
    <p:sldId id="283" r:id="rId29"/>
    <p:sldId id="282" r:id="rId30"/>
    <p:sldId id="284" r:id="rId3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82" autoAdjust="0"/>
    <p:restoredTop sz="94660"/>
  </p:normalViewPr>
  <p:slideViewPr>
    <p:cSldViewPr>
      <p:cViewPr varScale="1">
        <p:scale>
          <a:sx n="108" d="100"/>
          <a:sy n="108" d="100"/>
        </p:scale>
        <p:origin x="-206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40C54-136F-426F-A1A3-E6864C8CB219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82D7-1FA7-424E-81C5-46AE73FED4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354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40C54-136F-426F-A1A3-E6864C8CB219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82D7-1FA7-424E-81C5-46AE73FED4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6657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40C54-136F-426F-A1A3-E6864C8CB219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82D7-1FA7-424E-81C5-46AE73FED4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1073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40C54-136F-426F-A1A3-E6864C8CB219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82D7-1FA7-424E-81C5-46AE73FED4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630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40C54-136F-426F-A1A3-E6864C8CB219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82D7-1FA7-424E-81C5-46AE73FED4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4294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40C54-136F-426F-A1A3-E6864C8CB219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82D7-1FA7-424E-81C5-46AE73FED4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4551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40C54-136F-426F-A1A3-E6864C8CB219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82D7-1FA7-424E-81C5-46AE73FED4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185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40C54-136F-426F-A1A3-E6864C8CB219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82D7-1FA7-424E-81C5-46AE73FED4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9376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40C54-136F-426F-A1A3-E6864C8CB219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82D7-1FA7-424E-81C5-46AE73FED4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199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40C54-136F-426F-A1A3-E6864C8CB219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82D7-1FA7-424E-81C5-46AE73FED4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2301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40C54-136F-426F-A1A3-E6864C8CB219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82D7-1FA7-424E-81C5-46AE73FED4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4809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40C54-136F-426F-A1A3-E6864C8CB219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482D7-1FA7-424E-81C5-46AE73FED4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7894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499992" y="2132856"/>
            <a:ext cx="4644008" cy="1467594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SURUGA</a:t>
            </a:r>
            <a:r>
              <a:rPr lang="zh-TW" altLang="en-US" dirty="0" smtClean="0"/>
              <a:t> </a:t>
            </a:r>
            <a:r>
              <a:rPr lang="en-US" altLang="zh-TW" dirty="0" smtClean="0"/>
              <a:t>SEIKI</a:t>
            </a:r>
            <a:br>
              <a:rPr lang="en-US" altLang="zh-TW" dirty="0" smtClean="0"/>
            </a:br>
            <a:r>
              <a:rPr lang="en-US" altLang="zh-TW" dirty="0" smtClean="0"/>
              <a:t>DS102/112</a:t>
            </a:r>
            <a:r>
              <a:rPr lang="zh-TW" altLang="en-US" dirty="0" smtClean="0"/>
              <a:t>馬達控制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35896" y="4725144"/>
            <a:ext cx="5477390" cy="1752600"/>
          </a:xfrm>
        </p:spPr>
        <p:txBody>
          <a:bodyPr/>
          <a:lstStyle/>
          <a:p>
            <a:pPr algn="r"/>
            <a:r>
              <a:rPr lang="en-US" altLang="zh-TW" dirty="0" smtClean="0"/>
              <a:t>OR1</a:t>
            </a:r>
          </a:p>
          <a:p>
            <a:pPr algn="r"/>
            <a:r>
              <a:rPr lang="zh-TW" altLang="en-US" dirty="0" smtClean="0"/>
              <a:t>施正騏</a:t>
            </a:r>
            <a:r>
              <a:rPr lang="en-US" altLang="zh-TW" dirty="0" smtClean="0"/>
              <a:t>/004097</a:t>
            </a:r>
          </a:p>
          <a:p>
            <a:pPr algn="r"/>
            <a:endParaRPr lang="en-US" altLang="zh-TW" dirty="0"/>
          </a:p>
          <a:p>
            <a:pPr algn="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7795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5712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主畫面及基本設定</a:t>
            </a:r>
            <a:endParaRPr lang="zh-TW" alt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639" y="1600200"/>
            <a:ext cx="671672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手動控制</a:t>
            </a:r>
            <a:endParaRPr lang="zh-TW" alt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639" y="1600200"/>
            <a:ext cx="671672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4950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指定點位移動</a:t>
            </a:r>
            <a:endParaRPr lang="zh-TW" alt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639" y="1600200"/>
            <a:ext cx="671672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385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行程錄製</a:t>
            </a:r>
            <a:endParaRPr lang="zh-TW" alt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639" y="1600200"/>
            <a:ext cx="671672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2376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131" y="1600200"/>
            <a:ext cx="6397737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4523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Log</a:t>
            </a:r>
            <a:r>
              <a:rPr lang="zh-TW" altLang="en-US" dirty="0" smtClean="0"/>
              <a:t>紀錄</a:t>
            </a:r>
            <a:endParaRPr lang="zh-TW" alt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639" y="1600200"/>
            <a:ext cx="671672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75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742568"/>
            <a:ext cx="6832438" cy="5383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4596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741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764704"/>
            <a:ext cx="6853109" cy="5498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270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764688"/>
            <a:ext cx="6728344" cy="536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6799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360903"/>
            <a:ext cx="6212323" cy="502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0268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48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52584"/>
            <a:ext cx="6477681" cy="5225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124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096757"/>
            <a:ext cx="6481234" cy="5221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354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268760"/>
            <a:ext cx="6336704" cy="5108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8978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859556"/>
            <a:ext cx="6565521" cy="5266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1084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157" y="260648"/>
            <a:ext cx="6194948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0567" y="2204864"/>
            <a:ext cx="5823433" cy="423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1115616" y="5229200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200</a:t>
            </a:r>
            <a:r>
              <a:rPr lang="zh-TW" altLang="en-US" dirty="0" smtClean="0"/>
              <a:t> </a:t>
            </a:r>
            <a:r>
              <a:rPr lang="en-US" altLang="zh-TW" dirty="0" smtClean="0"/>
              <a:t>-230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88609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61422"/>
            <a:ext cx="6796233" cy="5564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7172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648"/>
            <a:ext cx="5947112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556792"/>
            <a:ext cx="5675413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1115616" y="5229200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200</a:t>
            </a:r>
            <a:r>
              <a:rPr lang="zh-TW" altLang="en-US" dirty="0" smtClean="0"/>
              <a:t> </a:t>
            </a:r>
            <a:r>
              <a:rPr lang="en-US" altLang="zh-TW" dirty="0" smtClean="0"/>
              <a:t>-230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16979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15" y="980728"/>
            <a:ext cx="6779078" cy="5470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5016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889250"/>
            <a:ext cx="6612908" cy="540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6895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684" y="260648"/>
            <a:ext cx="6032017" cy="454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60848"/>
            <a:ext cx="5799078" cy="4400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611560" y="1844824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800</a:t>
            </a:r>
            <a:r>
              <a:rPr lang="zh-TW" altLang="en-US" dirty="0" smtClean="0"/>
              <a:t> </a:t>
            </a:r>
            <a:r>
              <a:rPr lang="en-US" altLang="zh-TW" dirty="0" smtClean="0"/>
              <a:t>-200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56459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752178"/>
            <a:ext cx="6592537" cy="5373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0888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548680"/>
            <a:ext cx="5897984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533884"/>
            <a:ext cx="6660232" cy="4026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611560" y="1844824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800</a:t>
            </a:r>
            <a:r>
              <a:rPr lang="zh-TW" altLang="en-US" dirty="0" smtClean="0"/>
              <a:t> </a:t>
            </a:r>
            <a:r>
              <a:rPr lang="en-US" altLang="zh-TW" dirty="0" smtClean="0"/>
              <a:t>-200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32126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253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16687"/>
            <a:ext cx="8229600" cy="4092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031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31563"/>
            <a:ext cx="8229600" cy="4063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6862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45073"/>
            <a:ext cx="8229600" cy="3236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98396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45073"/>
            <a:ext cx="8229600" cy="3236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13022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45073"/>
            <a:ext cx="8229600" cy="3236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52128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45073"/>
            <a:ext cx="8229600" cy="3236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3135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19805</TotalTime>
  <Words>35</Words>
  <Application>Microsoft Office PowerPoint</Application>
  <PresentationFormat>如螢幕大小 (4:3)</PresentationFormat>
  <Paragraphs>12</Paragraphs>
  <Slides>30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1" baseType="lpstr">
      <vt:lpstr>Office 佈景主題</vt:lpstr>
      <vt:lpstr>SURUGA SEIKI DS102/112馬達控制</vt:lpstr>
      <vt:lpstr>PowerPoint 簡報</vt:lpstr>
      <vt:lpstr>主畫面及基本設定</vt:lpstr>
      <vt:lpstr>手動控制</vt:lpstr>
      <vt:lpstr>指定點位移動</vt:lpstr>
      <vt:lpstr>行程錄製</vt:lpstr>
      <vt:lpstr>PowerPoint 簡報</vt:lpstr>
      <vt:lpstr>Log紀錄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SURUGA SEIKI DS102/112馬達控制</dc:title>
  <dc:creator>OR1 施正騏</dc:creator>
  <cp:lastModifiedBy>OR1 施正騏</cp:lastModifiedBy>
  <cp:revision>18</cp:revision>
  <dcterms:created xsi:type="dcterms:W3CDTF">2026-08-03T06:09:19Z</dcterms:created>
  <dcterms:modified xsi:type="dcterms:W3CDTF">2026-08-17T02:52:10Z</dcterms:modified>
</cp:coreProperties>
</file>